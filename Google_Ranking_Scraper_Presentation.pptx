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Google Ranking Scraper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SEO Ranking Analysis Tool</a:t>
            </a:r>
          </a:p>
          <a:p>
            <a:r>
              <a:t>Using SerpAPI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Ranking Scraper is a Python-based automation tool designed to analyze keyword rankings for target domains.</a:t>
            </a:r>
          </a:p>
          <a:p>
            <a:pPr>
              <a:defRPr b="1"/>
            </a:pPr>
            <a:r>
              <a:t>Key Features:</a:t>
            </a:r>
          </a:p>
          <a:p>
            <a:pPr lvl="1">
              <a:spcAft>
                <a:spcPts val="600"/>
              </a:spcAft>
            </a:pPr>
            <a:r>
              <a:t>• Automated keyword ranking analysis using SerpAPI</a:t>
            </a:r>
          </a:p>
          <a:p>
            <a:pPr lvl="1">
              <a:spcAft>
                <a:spcPts val="600"/>
              </a:spcAft>
            </a:pPr>
            <a:r>
              <a:t>• Tracks both Google Places (Local Pack) and Organic search rankings</a:t>
            </a:r>
          </a:p>
          <a:p>
            <a:pPr lvl="1">
              <a:spcAft>
                <a:spcPts val="600"/>
              </a:spcAft>
            </a:pPr>
            <a:r>
              <a:t>• Direct Excel integration for seamless data management</a:t>
            </a:r>
          </a:p>
          <a:p>
            <a:pPr lvl="1">
              <a:spcAft>
                <a:spcPts val="600"/>
              </a:spcAft>
            </a:pPr>
            <a:r>
              <a:t>• Location-based search results for accurate local SEO insights</a:t>
            </a:r>
          </a:p>
          <a:p>
            <a:pPr lvl="1">
              <a:spcAft>
                <a:spcPts val="600"/>
              </a:spcAft>
            </a:pPr>
            <a:r>
              <a:t>• Progress saving after each keyword for data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  <a:defRPr b="1"/>
            </a:pPr>
            <a:r>
              <a:t>Reliable &amp; Fast</a:t>
            </a:r>
          </a:p>
          <a:p>
            <a:pPr lvl="1">
              <a:spcAft>
                <a:spcPts val="800"/>
              </a:spcAft>
            </a:pPr>
            <a:r>
              <a:t>Uses SerpAPI for consistent, fast Google search results without browser automation</a:t>
            </a:r>
          </a:p>
          <a:p>
            <a:pPr>
              <a:spcAft>
                <a:spcPts val="300"/>
              </a:spcAft>
              <a:defRPr b="1"/>
            </a:pPr>
            <a:r>
              <a:t>No Browser Required</a:t>
            </a:r>
          </a:p>
          <a:p>
            <a:pPr lvl="1">
              <a:spcAft>
                <a:spcPts val="800"/>
              </a:spcAft>
            </a:pPr>
            <a:r>
              <a:t>Eliminates need for browser installation and reduces system resource usage</a:t>
            </a:r>
          </a:p>
          <a:p>
            <a:pPr>
              <a:spcAft>
                <a:spcPts val="300"/>
              </a:spcAft>
              <a:defRPr b="1"/>
            </a:pPr>
            <a:r>
              <a:t>Excel Integration</a:t>
            </a:r>
          </a:p>
          <a:p>
            <a:pPr lvl="1">
              <a:spcAft>
                <a:spcPts val="800"/>
              </a:spcAft>
            </a:pPr>
            <a:r>
              <a:t>Directly updates Excel files while preserving formatting and existing data</a:t>
            </a:r>
          </a:p>
          <a:p>
            <a:pPr>
              <a:spcAft>
                <a:spcPts val="300"/>
              </a:spcAft>
              <a:defRPr b="1"/>
            </a:pPr>
            <a:r>
              <a:t>Dual Ranking Analysis</a:t>
            </a:r>
          </a:p>
          <a:p>
            <a:pPr lvl="1">
              <a:spcAft>
                <a:spcPts val="800"/>
              </a:spcAft>
            </a:pPr>
            <a:r>
              <a:t>Tracks both Local Pack and Organic search rankings simultaneously</a:t>
            </a:r>
          </a:p>
          <a:p>
            <a:pPr>
              <a:spcAft>
                <a:spcPts val="300"/>
              </a:spcAft>
              <a:defRPr b="1"/>
            </a:pPr>
            <a:r>
              <a:t>Progress Saving</a:t>
            </a:r>
          </a:p>
          <a:p>
            <a:pPr lvl="1">
              <a:spcAft>
                <a:spcPts val="800"/>
              </a:spcAft>
            </a:pPr>
            <a:r>
              <a:t>Saves results after each keyword, preventing data loss on interruptions</a:t>
            </a:r>
          </a:p>
          <a:p>
            <a:pPr>
              <a:spcAft>
                <a:spcPts val="300"/>
              </a:spcAft>
              <a:defRPr b="1"/>
            </a:pPr>
            <a:r>
              <a:t>Rate Limiting</a:t>
            </a:r>
          </a:p>
          <a:p>
            <a:pPr lvl="1">
              <a:spcAft>
                <a:spcPts val="800"/>
              </a:spcAft>
            </a:pPr>
            <a:r>
              <a:t>Built-in delays to respect API limits and prevent service disruptions</a:t>
            </a:r>
          </a:p>
          <a:p>
            <a:pPr>
              <a:spcAft>
                <a:spcPts val="300"/>
              </a:spcAft>
              <a:defRPr b="1"/>
            </a:pPr>
            <a:r>
              <a:t>Location-Aware</a:t>
            </a:r>
          </a:p>
          <a:p>
            <a:pPr lvl="1">
              <a:spcAft>
                <a:spcPts val="800"/>
              </a:spcAft>
            </a:pPr>
            <a:r>
              <a:t>Provides location-specific search results for accurate local SEO analysis</a:t>
            </a:r>
          </a:p>
          <a:p>
            <a:pPr>
              <a:spcAft>
                <a:spcPts val="300"/>
              </a:spcAft>
              <a:defRPr b="1"/>
            </a:pPr>
            <a:r>
              <a:t>Scalable</a:t>
            </a:r>
          </a:p>
          <a:p>
            <a:pPr lvl="1">
              <a:spcAft>
                <a:spcPts val="800"/>
              </a:spcAft>
            </a:pPr>
            <a:r>
              <a:t>Can process hundreds of keywords efficiently with proper API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  <a:defRPr b="1"/>
            </a:pPr>
            <a:r>
              <a:t>API Dependency</a:t>
            </a:r>
          </a:p>
          <a:p>
            <a:pPr lvl="1">
              <a:spcAft>
                <a:spcPts val="800"/>
              </a:spcAft>
            </a:pPr>
            <a:r>
              <a:t>Requires SerpAPI subscription - free tier has limited requests per month</a:t>
            </a:r>
          </a:p>
          <a:p>
            <a:pPr>
              <a:spcAft>
                <a:spcPts val="300"/>
              </a:spcAft>
              <a:defRPr b="1"/>
            </a:pPr>
            <a:r>
              <a:t>Cost Factor</a:t>
            </a:r>
          </a:p>
          <a:p>
            <a:pPr lvl="1">
              <a:spcAft>
                <a:spcPts val="800"/>
              </a:spcAft>
            </a:pPr>
            <a:r>
              <a:t>Large-scale keyword analysis may incur API costs based on usage</a:t>
            </a:r>
          </a:p>
          <a:p>
            <a:pPr>
              <a:spcAft>
                <a:spcPts val="300"/>
              </a:spcAft>
              <a:defRPr b="1"/>
            </a:pPr>
            <a:r>
              <a:t>Organic Results Limit</a:t>
            </a:r>
          </a:p>
          <a:p>
            <a:pPr lvl="1">
              <a:spcAft>
                <a:spcPts val="800"/>
              </a:spcAft>
            </a:pPr>
            <a:r>
              <a:t>Currently searches top 50 results (5 pages) - may miss lower rankings</a:t>
            </a:r>
          </a:p>
          <a:p>
            <a:pPr>
              <a:spcAft>
                <a:spcPts val="300"/>
              </a:spcAft>
              <a:defRPr b="1"/>
            </a:pPr>
            <a:r>
              <a:t>Location Specific</a:t>
            </a:r>
          </a:p>
          <a:p>
            <a:pPr lvl="1">
              <a:spcAft>
                <a:spcPts val="800"/>
              </a:spcAft>
            </a:pPr>
            <a:r>
              <a:t>Results are location-dependent - requires re-running for different locations</a:t>
            </a:r>
          </a:p>
          <a:p>
            <a:pPr>
              <a:spcAft>
                <a:spcPts val="300"/>
              </a:spcAft>
              <a:defRPr b="1"/>
            </a:pPr>
            <a:r>
              <a:t>Single Domain Focus</a:t>
            </a:r>
          </a:p>
          <a:p>
            <a:pPr lvl="1">
              <a:spcAft>
                <a:spcPts val="800"/>
              </a:spcAft>
            </a:pPr>
            <a:r>
              <a:t>Designed to track one target domain per execution</a:t>
            </a:r>
          </a:p>
          <a:p>
            <a:pPr>
              <a:spcAft>
                <a:spcPts val="300"/>
              </a:spcAft>
              <a:defRPr b="1"/>
            </a:pPr>
            <a:r>
              <a:t>No Historical Tracking</a:t>
            </a:r>
          </a:p>
          <a:p>
            <a:pPr lvl="1">
              <a:spcAft>
                <a:spcPts val="800"/>
              </a:spcAft>
            </a:pPr>
            <a:r>
              <a:t>Does not store historical ranking data for trend analysis</a:t>
            </a:r>
          </a:p>
          <a:p>
            <a:pPr>
              <a:spcAft>
                <a:spcPts val="300"/>
              </a:spcAft>
              <a:defRPr b="1"/>
            </a:pPr>
            <a:r>
              <a:t>Manual Configuration</a:t>
            </a:r>
          </a:p>
          <a:p>
            <a:pPr lvl="1">
              <a:spcAft>
                <a:spcPts val="800"/>
              </a:spcAft>
            </a:pPr>
            <a:r>
              <a:t>Requires manual setup of API keys and Excel file structure</a:t>
            </a:r>
          </a:p>
          <a:p>
            <a:pPr>
              <a:spcAft>
                <a:spcPts val="300"/>
              </a:spcAft>
              <a:defRPr b="1"/>
            </a:pPr>
            <a:r>
              <a:t>No Real-time Updates</a:t>
            </a:r>
          </a:p>
          <a:p>
            <a:pPr lvl="1">
              <a:spcAft>
                <a:spcPts val="800"/>
              </a:spcAft>
            </a:pPr>
            <a:r>
              <a:t>Results reflect search state at execution time, not live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  <a:defRPr b="1"/>
            </a:pPr>
            <a:r>
              <a:t>Python 3.7+</a:t>
            </a:r>
          </a:p>
          <a:p>
            <a:pPr lvl="1">
              <a:spcAft>
                <a:spcPts val="800"/>
              </a:spcAft>
            </a:pPr>
            <a:r>
              <a:t>Core programming language for the application</a:t>
            </a:r>
          </a:p>
          <a:p>
            <a:pPr>
              <a:spcAft>
                <a:spcPts val="300"/>
              </a:spcAft>
              <a:defRPr b="1"/>
            </a:pPr>
            <a:r>
              <a:t>SerpAPI</a:t>
            </a:r>
          </a:p>
          <a:p>
            <a:pPr lvl="1">
              <a:spcAft>
                <a:spcPts val="800"/>
              </a:spcAft>
            </a:pPr>
            <a:r>
              <a:t>Google Search API service for reliable search result retrieval</a:t>
            </a:r>
          </a:p>
          <a:p>
            <a:pPr>
              <a:spcAft>
                <a:spcPts val="300"/>
              </a:spcAft>
              <a:defRPr b="1"/>
            </a:pPr>
            <a:r>
              <a:t>Pandas</a:t>
            </a:r>
          </a:p>
          <a:p>
            <a:pPr lvl="1">
              <a:spcAft>
                <a:spcPts val="800"/>
              </a:spcAft>
            </a:pPr>
            <a:r>
              <a:t>Data manipulation and Excel reading capabilities</a:t>
            </a:r>
          </a:p>
          <a:p>
            <a:pPr>
              <a:spcAft>
                <a:spcPts val="300"/>
              </a:spcAft>
              <a:defRPr b="1"/>
            </a:pPr>
            <a:r>
              <a:t>OpenPyXL</a:t>
            </a:r>
          </a:p>
          <a:p>
            <a:pPr lvl="1">
              <a:spcAft>
                <a:spcPts val="800"/>
              </a:spcAft>
            </a:pPr>
            <a:r>
              <a:t>Excel file manipulation with format preservation</a:t>
            </a:r>
          </a:p>
          <a:p>
            <a:pPr>
              <a:spcAft>
                <a:spcPts val="300"/>
              </a:spcAft>
              <a:defRPr b="1"/>
            </a:pPr>
            <a:r>
              <a:t>Google Search Results SDK</a:t>
            </a:r>
          </a:p>
          <a:p>
            <a:pPr lvl="1">
              <a:spcAft>
                <a:spcPts val="800"/>
              </a:spcAft>
            </a:pPr>
            <a:r>
              <a:t>Python SDK for SerpAPI integration</a:t>
            </a:r>
          </a:p>
          <a:p>
            <a:pPr>
              <a:spcAft>
                <a:spcPts val="300"/>
              </a:spcAft>
              <a:defRPr b="1"/>
            </a:pPr>
            <a:r>
              <a:t>Excel (.xlsx)</a:t>
            </a:r>
          </a:p>
          <a:p>
            <a:pPr lvl="1">
              <a:spcAft>
                <a:spcPts val="800"/>
              </a:spcAft>
            </a:pPr>
            <a:r>
              <a:t>Data storage and result output format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  <a:defRPr b="1"/>
            </a:pPr>
            <a:r>
              <a:t>Modular Design</a:t>
            </a:r>
          </a:p>
          <a:p>
            <a:pPr lvl="1">
              <a:spcAft>
                <a:spcPts val="800"/>
              </a:spcAft>
            </a:pPr>
            <a:r>
              <a:t>Separated into scraper modules (google_search.py, google_places.py) and utilities (excel.py)</a:t>
            </a:r>
          </a:p>
          <a:p>
            <a:pPr>
              <a:spcAft>
                <a:spcPts val="300"/>
              </a:spcAft>
              <a:defRPr b="1"/>
            </a:pPr>
            <a:r>
              <a:t>Main Controller</a:t>
            </a:r>
          </a:p>
          <a:p>
            <a:pPr lvl="1">
              <a:spcAft>
                <a:spcPts val="800"/>
              </a:spcAft>
            </a:pPr>
            <a:r>
              <a:t>main.py orchestrates the entire process flow</a:t>
            </a:r>
          </a:p>
          <a:p>
            <a:pPr>
              <a:spcAft>
                <a:spcPts val="300"/>
              </a:spcAft>
              <a:defRPr b="1"/>
            </a:pPr>
            <a:r>
              <a:t>API Integration Layer</a:t>
            </a:r>
          </a:p>
          <a:p>
            <a:pPr lvl="1">
              <a:spcAft>
                <a:spcPts val="800"/>
              </a:spcAft>
            </a:pPr>
            <a:r>
              <a:t>SerpAPI handles all Google search queries</a:t>
            </a:r>
          </a:p>
          <a:p>
            <a:pPr>
              <a:spcAft>
                <a:spcPts val="300"/>
              </a:spcAft>
              <a:defRPr b="1"/>
            </a:pPr>
            <a:r>
              <a:t>Data Processing Layer</a:t>
            </a:r>
          </a:p>
          <a:p>
            <a:pPr lvl="1">
              <a:spcAft>
                <a:spcPts val="800"/>
              </a:spcAft>
            </a:pPr>
            <a:r>
              <a:t>Pandas processes Excel data, OpenPyXL preserves formatting</a:t>
            </a:r>
          </a:p>
          <a:p>
            <a:pPr>
              <a:spcAft>
                <a:spcPts val="300"/>
              </a:spcAft>
              <a:defRPr b="1"/>
            </a:pPr>
            <a:r>
              <a:t>Output Layer</a:t>
            </a:r>
          </a:p>
          <a:p>
            <a:pPr lvl="1">
              <a:spcAft>
                <a:spcPts val="800"/>
              </a:spcAft>
            </a:pPr>
            <a:r>
              <a:t>Results written directly to Excel file with ranking positions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  <a:defRPr b="1"/>
            </a:pPr>
            <a:r>
              <a:t>1. Configuration</a:t>
            </a:r>
          </a:p>
          <a:p>
            <a:pPr lvl="1">
              <a:spcAft>
                <a:spcPts val="600"/>
              </a:spcAft>
            </a:pPr>
            <a:r>
              <a:t>Set target domain, location, API key, and Excel file path</a:t>
            </a:r>
          </a:p>
          <a:p>
            <a:pPr>
              <a:spcAft>
                <a:spcPts val="300"/>
              </a:spcAft>
              <a:defRPr b="1"/>
            </a:pPr>
            <a:r>
              <a:t>2. Read Keywords</a:t>
            </a:r>
          </a:p>
          <a:p>
            <a:pPr lvl="1">
              <a:spcAft>
                <a:spcPts val="600"/>
              </a:spcAft>
            </a:pPr>
            <a:r>
              <a:t>Load keywords from Excel file using Pandas</a:t>
            </a:r>
          </a:p>
          <a:p>
            <a:pPr>
              <a:spcAft>
                <a:spcPts val="300"/>
              </a:spcAft>
              <a:defRPr b="1"/>
            </a:pPr>
            <a:r>
              <a:t>3. Process Each Keyword</a:t>
            </a:r>
          </a:p>
          <a:p>
            <a:pPr lvl="1">
              <a:spcAft>
                <a:spcPts val="600"/>
              </a:spcAft>
            </a:pPr>
            <a:r>
              <a:t>For each keyword:</a:t>
            </a:r>
          </a:p>
          <a:p>
            <a:pPr lvl="1">
              <a:spcAft>
                <a:spcPts val="300"/>
              </a:spcAft>
              <a:defRPr b="0"/>
            </a:pPr>
            <a:r>
              <a:t>   a. Google Places Search</a:t>
            </a:r>
          </a:p>
          <a:p>
            <a:pPr lvl="2">
              <a:spcAft>
                <a:spcPts val="600"/>
              </a:spcAft>
            </a:pPr>
            <a:r>
              <a:t>Query SerpAPI Google Maps API for Local Pack results</a:t>
            </a:r>
          </a:p>
          <a:p>
            <a:pPr lvl="1">
              <a:spcAft>
                <a:spcPts val="300"/>
              </a:spcAft>
              <a:defRPr b="0"/>
            </a:pPr>
            <a:r>
              <a:t>   b. Domain Matching</a:t>
            </a:r>
          </a:p>
          <a:p>
            <a:pPr lvl="2">
              <a:spcAft>
                <a:spcPts val="600"/>
              </a:spcAft>
            </a:pPr>
            <a:r>
              <a:t>Check if target domain appears in Local results</a:t>
            </a:r>
          </a:p>
          <a:p>
            <a:pPr lvl="1">
              <a:spcAft>
                <a:spcPts val="300"/>
              </a:spcAft>
              <a:defRPr b="0"/>
            </a:pPr>
            <a:r>
              <a:t>   c. Google Organic Search</a:t>
            </a:r>
          </a:p>
          <a:p>
            <a:pPr lvl="2">
              <a:spcAft>
                <a:spcPts val="600"/>
              </a:spcAft>
            </a:pPr>
            <a:r>
              <a:t>Query SerpAPI Google Search API (up to 5 pages)</a:t>
            </a:r>
          </a:p>
          <a:p>
            <a:pPr lvl="1">
              <a:spcAft>
                <a:spcPts val="300"/>
              </a:spcAft>
              <a:defRPr b="0"/>
            </a:pPr>
            <a:r>
              <a:t>   d. Domain Matching</a:t>
            </a:r>
          </a:p>
          <a:p>
            <a:pPr lvl="2">
              <a:spcAft>
                <a:spcPts val="600"/>
              </a:spcAft>
            </a:pPr>
            <a:r>
              <a:t>Check if target domain appears in organic results</a:t>
            </a:r>
          </a:p>
          <a:p>
            <a:pPr>
              <a:spcAft>
                <a:spcPts val="300"/>
              </a:spcAft>
              <a:defRPr b="1"/>
            </a:pPr>
            <a:r>
              <a:t>4. Update Excel</a:t>
            </a:r>
          </a:p>
          <a:p>
            <a:pPr lvl="1">
              <a:spcAft>
                <a:spcPts val="600"/>
              </a:spcAft>
            </a:pPr>
            <a:r>
              <a:t>Write ranking positions to Excel file (preserves format)</a:t>
            </a:r>
          </a:p>
          <a:p>
            <a:pPr>
              <a:spcAft>
                <a:spcPts val="300"/>
              </a:spcAft>
              <a:defRPr b="1"/>
            </a:pPr>
            <a:r>
              <a:t>5. Rate Limiting</a:t>
            </a:r>
          </a:p>
          <a:p>
            <a:pPr lvl="1">
              <a:spcAft>
                <a:spcPts val="600"/>
              </a:spcAft>
            </a:pPr>
            <a:r>
              <a:t>Wait between requests to respect API limits</a:t>
            </a:r>
          </a:p>
          <a:p>
            <a:pPr>
              <a:spcAft>
                <a:spcPts val="300"/>
              </a:spcAft>
              <a:defRPr b="1"/>
            </a:pPr>
            <a:r>
              <a:t>6. Progress Saving</a:t>
            </a:r>
          </a:p>
          <a:p>
            <a:pPr lvl="1">
              <a:spcAft>
                <a:spcPts val="600"/>
              </a:spcAft>
            </a:pPr>
            <a:r>
              <a:t>Save results after each keyword for data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  <a:defRPr b="1"/>
            </a:pPr>
            <a:r>
              <a:t>Historical Tracking</a:t>
            </a:r>
          </a:p>
          <a:p>
            <a:pPr lvl="1">
              <a:spcAft>
                <a:spcPts val="600"/>
              </a:spcAft>
            </a:pPr>
            <a:r>
              <a:t>Implement database to track ranking changes over time</a:t>
            </a:r>
          </a:p>
          <a:p>
            <a:pPr>
              <a:spcAft>
                <a:spcPts val="300"/>
              </a:spcAft>
              <a:defRPr b="1"/>
            </a:pPr>
            <a:r>
              <a:t>Multi-Domain Support</a:t>
            </a:r>
          </a:p>
          <a:p>
            <a:pPr lvl="1">
              <a:spcAft>
                <a:spcPts val="600"/>
              </a:spcAft>
            </a:pPr>
            <a:r>
              <a:t>Track rankings for multiple domains simultaneously</a:t>
            </a:r>
          </a:p>
          <a:p>
            <a:pPr>
              <a:spcAft>
                <a:spcPts val="300"/>
              </a:spcAft>
              <a:defRPr b="1"/>
            </a:pPr>
            <a:r>
              <a:t>Dashboard Interface</a:t>
            </a:r>
          </a:p>
          <a:p>
            <a:pPr lvl="1">
              <a:spcAft>
                <a:spcPts val="600"/>
              </a:spcAft>
            </a:pPr>
            <a:r>
              <a:t>Create web-based dashboard for visualization and monitoring</a:t>
            </a:r>
          </a:p>
          <a:p>
            <a:pPr>
              <a:spcAft>
                <a:spcPts val="300"/>
              </a:spcAft>
              <a:defRPr b="1"/>
            </a:pPr>
            <a:r>
              <a:t>Automated Scheduling</a:t>
            </a:r>
          </a:p>
          <a:p>
            <a:pPr lvl="1">
              <a:spcAft>
                <a:spcPts val="600"/>
              </a:spcAft>
            </a:pPr>
            <a:r>
              <a:t>Schedule periodic ranking checks and email reports</a:t>
            </a:r>
          </a:p>
          <a:p>
            <a:pPr>
              <a:spcAft>
                <a:spcPts val="300"/>
              </a:spcAft>
              <a:defRPr b="1"/>
            </a:pPr>
            <a:r>
              <a:t>Competitor Analysis</a:t>
            </a:r>
          </a:p>
          <a:p>
            <a:pPr lvl="1">
              <a:spcAft>
                <a:spcPts val="600"/>
              </a:spcAft>
            </a:pPr>
            <a:r>
              <a:t>Compare rankings with competitor domains</a:t>
            </a:r>
          </a:p>
          <a:p>
            <a:pPr>
              <a:spcAft>
                <a:spcPts val="300"/>
              </a:spcAft>
              <a:defRPr b="1"/>
            </a:pPr>
            <a:r>
              <a:t>Ranking Alerts</a:t>
            </a:r>
          </a:p>
          <a:p>
            <a:pPr lvl="1">
              <a:spcAft>
                <a:spcPts val="600"/>
              </a:spcAft>
            </a:pPr>
            <a:r>
              <a:t>Notify users when rankings change significantly</a:t>
            </a:r>
          </a:p>
          <a:p>
            <a:pPr>
              <a:spcAft>
                <a:spcPts val="300"/>
              </a:spcAft>
              <a:defRPr b="1"/>
            </a:pPr>
            <a:r>
              <a:t>Export Formats</a:t>
            </a:r>
          </a:p>
          <a:p>
            <a:pPr lvl="1">
              <a:spcAft>
                <a:spcPts val="600"/>
              </a:spcAft>
            </a:pPr>
            <a:r>
              <a:t>Support CSV, JSON, and other export formats</a:t>
            </a:r>
          </a:p>
          <a:p>
            <a:pPr>
              <a:spcAft>
                <a:spcPts val="300"/>
              </a:spcAft>
              <a:defRPr b="1"/>
            </a:pPr>
            <a:r>
              <a:t>Batch Location Processing</a:t>
            </a:r>
          </a:p>
          <a:p>
            <a:pPr lvl="1">
              <a:spcAft>
                <a:spcPts val="600"/>
              </a:spcAft>
            </a:pPr>
            <a:r>
              <a:t>Process keywords for multiple locations in one run</a:t>
            </a:r>
          </a:p>
          <a:p>
            <a:pPr>
              <a:spcAft>
                <a:spcPts val="300"/>
              </a:spcAft>
              <a:defRPr b="1"/>
            </a:pPr>
            <a:r>
              <a:t>API Optimization</a:t>
            </a:r>
          </a:p>
          <a:p>
            <a:pPr lvl="1">
              <a:spcAft>
                <a:spcPts val="600"/>
              </a:spcAft>
            </a:pPr>
            <a:r>
              <a:t>Implement caching and request optimization to reduce API costs</a:t>
            </a:r>
          </a:p>
          <a:p>
            <a:pPr>
              <a:spcAft>
                <a:spcPts val="300"/>
              </a:spcAft>
              <a:defRPr b="1"/>
            </a:pPr>
            <a:r>
              <a:t>Machine Learning</a:t>
            </a:r>
          </a:p>
          <a:p>
            <a:pPr lvl="1">
              <a:spcAft>
                <a:spcPts val="600"/>
              </a:spcAft>
            </a:pPr>
            <a:r>
              <a:t>Predict ranking trends based on historical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</a:pPr>
            <a:r>
              <a:t>• The Google Ranking Scraper provides an efficient solution for automated SEO ranking analysis</a:t>
            </a:r>
          </a:p>
          <a:p>
            <a:pPr>
              <a:spcAft>
                <a:spcPts val="800"/>
              </a:spcAft>
            </a:pPr>
            <a:r>
              <a:t>• Leverages SerpAPI for reliable and fast search result retrieval</a:t>
            </a:r>
          </a:p>
          <a:p>
            <a:pPr>
              <a:spcAft>
                <a:spcPts val="800"/>
              </a:spcAft>
            </a:pPr>
            <a:r>
              <a:t>• Streamlines the process of tracking keyword rankings across Google Places and Organic search</a:t>
            </a:r>
          </a:p>
          <a:p>
            <a:pPr>
              <a:spcAft>
                <a:spcPts val="800"/>
              </a:spcAft>
            </a:pPr>
            <a:r>
              <a:t>• Excel integration ensures seamless workflow with existing SEO tools and processes</a:t>
            </a:r>
          </a:p>
          <a:p>
            <a:pPr>
              <a:spcAft>
                <a:spcPts val="800"/>
              </a:spcAft>
            </a:pPr>
            <a:r>
              <a:t>• Modular architecture allows for easy maintenance and future enhancements</a:t>
            </a:r>
          </a:p>
          <a:p>
            <a:pPr>
              <a:spcAft>
                <a:spcPts val="800"/>
              </a:spcAft>
            </a:pPr>
            <a:r>
              <a:t>• Ideal for SEO professionals, digital marketers, and businesses tracking their online visibility</a:t>
            </a:r>
          </a:p>
          <a:p>
            <a:pPr>
              <a:spcAft>
                <a:spcPts val="800"/>
              </a:spcAft>
            </a:pPr>
            <a:r>
              <a:t>• Provides actionable insights for improving search engine rankings and local SEO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